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96825"/>
            <a:ext cx="7772400" cy="1274976"/>
          </a:xfrm>
        </p:spPr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AquaNet-X: A Deep Hybrid Ensemble Model for Accurate Real-Time Water Quality Index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1790" y="3886200"/>
            <a:ext cx="6650610" cy="1752600"/>
          </a:xfrm>
        </p:spPr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Sivaratri Siva Nageswara Rao, Adhikari Satish,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Tullibilli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Lakshmi Siva Sai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Pallapu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Harish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Mallikarjuna Rao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Gundavarapu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Patri Venkata Sesha Sudha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Arundathi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Parimala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Dodda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Venkatarededy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Water quality plays a vital role in protecting public health, agriculture, and ecosystems.</a:t>
            </a: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/>
              <a:t>Traditional ML models lack adaptability and fail under irregular or noisy sampling conditions. </a:t>
            </a: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/>
              <a:t>This study introduces </a:t>
            </a:r>
            <a:r>
              <a:rPr lang="en-US" sz="2000" b="1" dirty="0"/>
              <a:t>AquaNet-X</a:t>
            </a:r>
            <a:r>
              <a:rPr lang="en-US" sz="2000" dirty="0"/>
              <a:t>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to provide accurate, real-time Water Quality Index (WQI) predictions.</a:t>
            </a: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Combines deep learning and ensemble models for better performance and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Source: Indian Surface Water Quality Dataset from Kaggle.</a:t>
            </a: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Size: 295 samples, 10 key parameters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such as: pH(Potential of Hydrogen), Dissolved Oxygen(DO), Temperature(Temp), Bio-Chemical Oxygen Demand(BOD),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Faecal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Streptococci(FS), Total Coliform(TC),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Faecal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Coliform(FC), Conductivity(Cond), Nitrate(NO3) and Water Quality Index(WQI).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Target variable: Water Quality Index (WQI).</a:t>
            </a: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includes seasonal, spatial, and temporal diversity for robust generalization.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Proposed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Components: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Bi-GRU: Captures short-to-mid temporal patterns.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Transformer: Learns long-range dependencies using self-attention.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XGBoost &amp; LightGBM: Handle non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strong tabular predictions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Meta-CatBoost: Fuses all model outputs for final prediction.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in Python using TensorFlow, XGBoost, and LightGBM libraries.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AquaNet-X 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5162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Four specialized base models combined in a stacked architecture.</a:t>
            </a: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Meta-CatBoost acts as a meta-learner that merges all predictions.</a:t>
            </a: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Designed for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interpretability, scalability, and high precision.</a:t>
            </a: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Trained using 300 epochs, batch size = 32, learning rate = 0.001 (deep) / 0.05 (boosting).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BD0B88-A7EC-4E33-95D4-7C0CA7073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088" y="1384642"/>
            <a:ext cx="4440024" cy="46013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Comparative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AquaNet-X achieved state-of-the-art performance: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= 0.9994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RMSE = 3.64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MAE = 2.83</a:t>
            </a: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Outperformed CNN–GRU, BiGRU–CatBoost, Transformer-only, and LightGBM–Deep hybrids.</a:t>
            </a: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Meta-CatBoost reduced variance and enhanced cross-regional adaptability.</a:t>
            </a: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Achieved 99.94% prediction accuracy—new benchmark for WQI prediction.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342561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Figures:</a:t>
            </a: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– Actual vs Predicted WQI shows near-perfect alignment.</a:t>
            </a: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– Meta-CatBoost training graph demonstrates rapid and stable convergence.</a:t>
            </a:r>
          </a:p>
          <a:p>
            <a:pPr marL="0"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Heatmap illustrates feature correlation and redundancy avoidance.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B6F86D-A6A0-47FC-A94E-61AD5D440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936" y="1188715"/>
            <a:ext cx="3139126" cy="19975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625FF6-118B-46DA-8E5F-461098E90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949" y="3530016"/>
            <a:ext cx="4081807" cy="26971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4E064D-FDD4-42FD-A908-B6DC025BA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887" y="1071670"/>
            <a:ext cx="2931738" cy="22316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Novelty and Key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 meta-layered hybrid ensemble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US" sz="2000" dirty="0"/>
              <a:t>Combines deep sequential and boosting models.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Superior generalization across regions and noisy data.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interpretability and scalability.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for IoT-enabled and blockchain-secured real-time monitoring applications.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 Small dataset (295 samples) restricts scalability.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 risk under extreme noise or small sample regions.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 cost slightly higher for real-time deployment.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dataset with multi-national water records for broader generalization.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IoT sensor and satellite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contaminant-specific prediction modules.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blockchain-backed secure reporting.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for low-resource devices using pruning/distillation.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AquaNet-X achieved 99.94% accuracy with strong generalization.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GRU, Transformer, and boosting models for robustness.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Meta-CatBoost fusion ensures reliability across conditions.</a:t>
            </a: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foundation for intelligent, real-time water monitoring systems.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adaptive and interpretable design makes it ready for real-world deployment.</a:t>
            </a:r>
          </a:p>
          <a:p>
            <a:r>
              <a:rPr lang="en-US" sz="2000" dirty="0"/>
              <a:t>Represents a step toward smart, scalable, and trustworthy water management systems.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603</Words>
  <Application>Microsoft Office PowerPoint</Application>
  <PresentationFormat>On-screen Show (4:3)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Wingdings</vt:lpstr>
      <vt:lpstr>Office Theme</vt:lpstr>
      <vt:lpstr>AquaNet-X: A Deep Hybrid Ensemble Model for Accurate Real-Time Water Quality Index Prediction</vt:lpstr>
      <vt:lpstr>Introduction</vt:lpstr>
      <vt:lpstr>Dataset Description</vt:lpstr>
      <vt:lpstr>Proposed Methodology</vt:lpstr>
      <vt:lpstr>AquaNet-X Model Architecture</vt:lpstr>
      <vt:lpstr>Results and Comparative Analysis</vt:lpstr>
      <vt:lpstr>Visual Results</vt:lpstr>
      <vt:lpstr>Novelty and Key Contributions</vt:lpstr>
      <vt:lpstr>Future Work and Limitations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AquaNet-X: A Deep Hybrid Ensemble Model for Accurate Real-Time Water Quality Index Prediction</dc:title>
  <dc:subject/>
  <dc:creator/>
  <cp:keywords/>
  <dc:description>generated using python-pptx</dc:description>
  <cp:lastModifiedBy>satish</cp:lastModifiedBy>
  <cp:revision>12</cp:revision>
  <dcterms:created xsi:type="dcterms:W3CDTF">2013-01-27T09:14:16Z</dcterms:created>
  <dcterms:modified xsi:type="dcterms:W3CDTF">2025-11-08T15:07:16Z</dcterms:modified>
  <cp:category/>
</cp:coreProperties>
</file>